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11518" r:id="rId2"/>
    <p:sldId id="11519" r:id="rId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리더십 영향력 진단" id="{36EF8F81-4E80-4DF0-895E-8453566FB0F8}">
          <p14:sldIdLst>
            <p14:sldId id="11518"/>
            <p14:sldId id="11519"/>
          </p14:sldIdLst>
        </p14:section>
      </p14:sectionLst>
    </p:ex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  <p15:guide id="8" pos="7423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958" userDrawn="1">
          <p15:clr>
            <a:srgbClr val="A4A3A4"/>
          </p15:clr>
        </p15:guide>
        <p15:guide id="11" orient="horz" pos="2432" userDrawn="1">
          <p15:clr>
            <a:srgbClr val="A4A3A4"/>
          </p15:clr>
        </p15:guide>
        <p15:guide id="12" pos="6312" userDrawn="1">
          <p15:clr>
            <a:srgbClr val="A4A3A4"/>
          </p15:clr>
        </p15:guide>
        <p15:guide id="13" pos="13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0B1"/>
    <a:srgbClr val="A6A6A6"/>
    <a:srgbClr val="CB3D6C"/>
    <a:srgbClr val="CF5959"/>
    <a:srgbClr val="666666"/>
    <a:srgbClr val="C00000"/>
    <a:srgbClr val="E4EDF5"/>
    <a:srgbClr val="FFFFFF"/>
    <a:srgbClr val="860C2F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96196" autoAdjust="0"/>
  </p:normalViewPr>
  <p:slideViewPr>
    <p:cSldViewPr snapToGrid="0">
      <p:cViewPr varScale="1">
        <p:scale>
          <a:sx n="61" d="100"/>
          <a:sy n="61" d="100"/>
        </p:scale>
        <p:origin x="828" y="72"/>
      </p:cViewPr>
      <p:guideLst>
        <p:guide pos="257"/>
        <p:guide orient="horz" pos="2228"/>
        <p:guide pos="7423"/>
        <p:guide orient="horz" pos="4020"/>
        <p:guide orient="horz" pos="958"/>
        <p:guide orient="horz" pos="2432"/>
        <p:guide pos="6312"/>
        <p:guide pos="13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36C9-A2EA-456D-A843-0E5112E88CE3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6808D-E8E3-48AE-8E75-45631061C6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E3D3-B515-4C81-B19B-1140EF513BE4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BEB-E339-48BE-BE50-66C56DCE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8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293601" y="1303397"/>
            <a:ext cx="330201" cy="193947"/>
          </a:xfrm>
          <a:prstGeom prst="rect">
            <a:avLst/>
          </a:prstGeom>
          <a:solidFill>
            <a:srgbClr val="CF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" name="직사각형 9"/>
          <p:cNvSpPr/>
          <p:nvPr userDrawn="1"/>
        </p:nvSpPr>
        <p:spPr>
          <a:xfrm>
            <a:off x="12293601" y="1497344"/>
            <a:ext cx="330201" cy="193947"/>
          </a:xfrm>
          <a:prstGeom prst="rect">
            <a:avLst/>
          </a:prstGeom>
          <a:solidFill>
            <a:srgbClr val="D48A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" name="직사각형 10"/>
          <p:cNvSpPr/>
          <p:nvPr userDrawn="1"/>
        </p:nvSpPr>
        <p:spPr>
          <a:xfrm>
            <a:off x="12293601" y="1691284"/>
            <a:ext cx="330201" cy="193947"/>
          </a:xfrm>
          <a:prstGeom prst="rect">
            <a:avLst/>
          </a:prstGeom>
          <a:solidFill>
            <a:srgbClr val="75BD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 userDrawn="1"/>
        </p:nvSpPr>
        <p:spPr>
          <a:xfrm>
            <a:off x="12293601" y="1885229"/>
            <a:ext cx="330201" cy="193947"/>
          </a:xfrm>
          <a:prstGeom prst="rect">
            <a:avLst/>
          </a:prstGeom>
          <a:solidFill>
            <a:srgbClr val="7AA7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3" name="직사각형 12"/>
          <p:cNvSpPr/>
          <p:nvPr userDrawn="1"/>
        </p:nvSpPr>
        <p:spPr>
          <a:xfrm>
            <a:off x="12293601" y="2079185"/>
            <a:ext cx="330201" cy="193947"/>
          </a:xfrm>
          <a:prstGeom prst="rect">
            <a:avLst/>
          </a:prstGeom>
          <a:solidFill>
            <a:srgbClr val="BC7E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4" name="직사각형 13"/>
          <p:cNvSpPr/>
          <p:nvPr userDrawn="1"/>
        </p:nvSpPr>
        <p:spPr>
          <a:xfrm>
            <a:off x="12293601" y="2273132"/>
            <a:ext cx="330201" cy="193947"/>
          </a:xfrm>
          <a:prstGeom prst="rect">
            <a:avLst/>
          </a:prstGeom>
          <a:solidFill>
            <a:srgbClr val="B08CD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5" name="직사각형 14"/>
          <p:cNvSpPr/>
          <p:nvPr userDrawn="1"/>
        </p:nvSpPr>
        <p:spPr>
          <a:xfrm>
            <a:off x="12293601" y="2467079"/>
            <a:ext cx="330201" cy="193947"/>
          </a:xfrm>
          <a:prstGeom prst="rect">
            <a:avLst/>
          </a:prstGeom>
          <a:solidFill>
            <a:srgbClr val="BCBC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" name="직사각형 7"/>
          <p:cNvSpPr/>
          <p:nvPr userDrawn="1"/>
        </p:nvSpPr>
        <p:spPr>
          <a:xfrm>
            <a:off x="12293601" y="0"/>
            <a:ext cx="330201" cy="360000"/>
          </a:xfrm>
          <a:prstGeom prst="rect">
            <a:avLst/>
          </a:prstGeom>
          <a:solidFill>
            <a:srgbClr val="EF1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7" name="직사각형 16"/>
          <p:cNvSpPr/>
          <p:nvPr userDrawn="1"/>
        </p:nvSpPr>
        <p:spPr>
          <a:xfrm>
            <a:off x="12293601" y="412413"/>
            <a:ext cx="330201" cy="360000"/>
          </a:xfrm>
          <a:prstGeom prst="rect">
            <a:avLst/>
          </a:prstGeom>
          <a:solidFill>
            <a:srgbClr val="384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8" name="직사각형 17"/>
          <p:cNvSpPr/>
          <p:nvPr userDrawn="1"/>
        </p:nvSpPr>
        <p:spPr>
          <a:xfrm>
            <a:off x="12293601" y="857900"/>
            <a:ext cx="330201" cy="360000"/>
          </a:xfrm>
          <a:prstGeom prst="rect">
            <a:avLst/>
          </a:prstGeom>
          <a:solidFill>
            <a:srgbClr val="EBEBE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</p:spTree>
    <p:extLst>
      <p:ext uri="{BB962C8B-B14F-4D97-AF65-F5344CB8AC3E}">
        <p14:creationId xmlns:p14="http://schemas.microsoft.com/office/powerpoint/2010/main" val="134391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742987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j-cs"/>
        </a:defRPr>
      </a:lvl1pPr>
    </p:titleStyle>
    <p:bodyStyle>
      <a:lvl1pPr marL="185746" indent="-185746" algn="l" defTabSz="742987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55724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928734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300228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1671722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043215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709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20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96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9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87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81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7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68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2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455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949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81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8FD0-6FAE-0E8E-0614-765E68C4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80343202-13D2-BCC8-CB43-EC3B8A252399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24156D0-D419-CC52-6F5A-6AA796C304D9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59D821-7B78-FA45-3915-0C407D2A2425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CLiCK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IAM MICRO _ Competency Analysis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_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11" name="circle1">
            <a:extLst>
              <a:ext uri="{FF2B5EF4-FFF2-40B4-BE49-F238E27FC236}">
                <a16:creationId xmlns:a16="http://schemas.microsoft.com/office/drawing/2014/main" id="{78BD61EB-1D6B-EF6F-3261-F263E6F3C46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E3FBC192-41E3-EE9C-5C68-F9F04489C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518274"/>
              </p:ext>
            </p:extLst>
          </p:nvPr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2801A91-6977-7F37-CDED-A2F529CBE69D}"/>
              </a:ext>
            </a:extLst>
          </p:cNvPr>
          <p:cNvSpPr/>
          <p:nvPr/>
        </p:nvSpPr>
        <p:spPr>
          <a:xfrm>
            <a:off x="4850320" y="1371367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pic>
        <p:nvPicPr>
          <p:cNvPr id="2" name="circle2">
            <a:extLst>
              <a:ext uri="{FF2B5EF4-FFF2-40B4-BE49-F238E27FC236}">
                <a16:creationId xmlns:a16="http://schemas.microsoft.com/office/drawing/2014/main" id="{A5198007-C77A-BF58-C790-A9948191397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DD084C-77AE-66C8-8209-19A192CFE15D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49CAB3-CB25-C169-7E96-1C265791EA08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B088466-D7BD-DE1C-3085-796A364D2DE3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387C896-E70F-95F1-2805-DCE63AFBF230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E00689-EAD5-4DC3-1E1E-286D0DEBE48A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FB11729-C966-CE00-D6DA-9498794C3ED0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2AEF78D-84F2-8ADD-0675-73F054E52780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47E6EE2A-CF16-2F0E-4C46-1E0771EAF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044565"/>
              </p:ext>
            </p:extLst>
          </p:nvPr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4" name="circle5">
            <a:extLst>
              <a:ext uri="{FF2B5EF4-FFF2-40B4-BE49-F238E27FC236}">
                <a16:creationId xmlns:a16="http://schemas.microsoft.com/office/drawing/2014/main" id="{DE183647-22AA-8541-A121-4BE048DAF43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2D291F2A-0334-B8AD-4C34-E9777ACBBFC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3FB0037-B5C4-44C8-083F-D2619B89D426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F664E7D-D097-A107-B5A2-68D60C9810B4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3" name="circle4">
            <a:extLst>
              <a:ext uri="{FF2B5EF4-FFF2-40B4-BE49-F238E27FC236}">
                <a16:creationId xmlns:a16="http://schemas.microsoft.com/office/drawing/2014/main" id="{77DBAD45-D411-0847-E9A4-B03255C4962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text_NAME">
            <a:extLst>
              <a:ext uri="{FF2B5EF4-FFF2-40B4-BE49-F238E27FC236}">
                <a16:creationId xmlns:a16="http://schemas.microsoft.com/office/drawing/2014/main" id="{E82D058E-0ADC-B70F-0284-8516039C3CA1}"/>
              </a:ext>
            </a:extLst>
          </p:cNvPr>
          <p:cNvSpPr txBox="1"/>
          <p:nvPr/>
        </p:nvSpPr>
        <p:spPr>
          <a:xfrm>
            <a:off x="7189764" y="510306"/>
            <a:ext cx="113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{{NAME}}</a:t>
            </a:r>
            <a:endParaRPr lang="ko-KR" altLang="en-US" dirty="0"/>
          </a:p>
        </p:txBody>
      </p:sp>
      <p:graphicFrame>
        <p:nvGraphicFramePr>
          <p:cNvPr id="8" name="table_phase">
            <a:extLst>
              <a:ext uri="{FF2B5EF4-FFF2-40B4-BE49-F238E27FC236}">
                <a16:creationId xmlns:a16="http://schemas.microsoft.com/office/drawing/2014/main" id="{768C5888-6553-397F-B3D3-2381CFC92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83627"/>
              </p:ext>
            </p:extLst>
          </p:nvPr>
        </p:nvGraphicFramePr>
        <p:xfrm>
          <a:off x="-2057475" y="1108128"/>
          <a:ext cx="1982269" cy="11268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363">
                  <a:extLst>
                    <a:ext uri="{9D8B030D-6E8A-4147-A177-3AD203B41FA5}">
                      <a16:colId xmlns:a16="http://schemas.microsoft.com/office/drawing/2014/main" val="279838531"/>
                    </a:ext>
                  </a:extLst>
                </a:gridCol>
                <a:gridCol w="813906">
                  <a:extLst>
                    <a:ext uri="{9D8B030D-6E8A-4147-A177-3AD203B41FA5}">
                      <a16:colId xmlns:a16="http://schemas.microsoft.com/office/drawing/2014/main" val="2355549984"/>
                    </a:ext>
                  </a:extLst>
                </a:gridCol>
              </a:tblGrid>
              <a:tr h="160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항목명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평균점수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089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1554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99589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0695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43573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960184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43760"/>
                  </a:ext>
                </a:extLst>
              </a:tr>
            </a:tbl>
          </a:graphicData>
        </a:graphic>
      </p:graphicFrame>
      <p:graphicFrame>
        <p:nvGraphicFramePr>
          <p:cNvPr id="9" name="table_strategy">
            <a:extLst>
              <a:ext uri="{FF2B5EF4-FFF2-40B4-BE49-F238E27FC236}">
                <a16:creationId xmlns:a16="http://schemas.microsoft.com/office/drawing/2014/main" id="{F634C145-28E2-D88B-A178-E8D1F6E1B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933571"/>
              </p:ext>
            </p:extLst>
          </p:nvPr>
        </p:nvGraphicFramePr>
        <p:xfrm>
          <a:off x="-2057476" y="4665754"/>
          <a:ext cx="1982269" cy="17707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363">
                  <a:extLst>
                    <a:ext uri="{9D8B030D-6E8A-4147-A177-3AD203B41FA5}">
                      <a16:colId xmlns:a16="http://schemas.microsoft.com/office/drawing/2014/main" val="279838531"/>
                    </a:ext>
                  </a:extLst>
                </a:gridCol>
                <a:gridCol w="813906">
                  <a:extLst>
                    <a:ext uri="{9D8B030D-6E8A-4147-A177-3AD203B41FA5}">
                      <a16:colId xmlns:a16="http://schemas.microsoft.com/office/drawing/2014/main" val="2355549984"/>
                    </a:ext>
                  </a:extLst>
                </a:gridCol>
              </a:tblGrid>
              <a:tr h="160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항목명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평균점수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089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1554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99589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0695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43573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960184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87918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797788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34886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52550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4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1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24C4-D97F-0FCB-6159-E3E69148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50CBCE63-26BC-4CEC-0F9F-FDB1E29C498C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2F79B1-5989-5375-AD78-9299401C1967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881F1A-973B-9C67-C9EB-236168DE4FDD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CLiCK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IAM MICRO _ Competency Analysis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_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pic>
        <p:nvPicPr>
          <p:cNvPr id="11" name="circle1">
            <a:extLst>
              <a:ext uri="{FF2B5EF4-FFF2-40B4-BE49-F238E27FC236}">
                <a16:creationId xmlns:a16="http://schemas.microsoft.com/office/drawing/2014/main" id="{B69479EA-AF1B-2D3C-A0B6-06FAC46D4D9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A817EE17-3FF6-84B0-2D1E-8B7B43BA609C}"/>
              </a:ext>
            </a:extLst>
          </p:cNvPr>
          <p:cNvGraphicFramePr/>
          <p:nvPr/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7206BCB-1E2E-8406-7952-5E0B1C11E191}"/>
              </a:ext>
            </a:extLst>
          </p:cNvPr>
          <p:cNvSpPr/>
          <p:nvPr/>
        </p:nvSpPr>
        <p:spPr>
          <a:xfrm>
            <a:off x="4850320" y="1371367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pic>
        <p:nvPicPr>
          <p:cNvPr id="2" name="circle2">
            <a:extLst>
              <a:ext uri="{FF2B5EF4-FFF2-40B4-BE49-F238E27FC236}">
                <a16:creationId xmlns:a16="http://schemas.microsoft.com/office/drawing/2014/main" id="{F4A57BCD-AF8F-B184-49AB-2A7F3B480D6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8636F9-A6EC-B7A4-E4E8-E325B8D8F2FE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5E4FBC-46E5-A040-78BC-1906B3D923B0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7E5A9A-7408-25AE-5E5D-82B381B0C523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FBD8B46-DBD2-5A70-E8E9-79DC6B20CAF8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723E9A-7D43-367B-AA2A-EDB1C597882B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B7E182E-5047-EDDF-B325-174D3B7DAEAA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DDA1C22-6CD3-9671-0A5D-D4477372CCB6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F85F7525-9E19-545D-8F95-98DA3D45D298}"/>
              </a:ext>
            </a:extLst>
          </p:cNvPr>
          <p:cNvGraphicFramePr/>
          <p:nvPr/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4" name="circle5">
            <a:extLst>
              <a:ext uri="{FF2B5EF4-FFF2-40B4-BE49-F238E27FC236}">
                <a16:creationId xmlns:a16="http://schemas.microsoft.com/office/drawing/2014/main" id="{63ABE881-363F-5574-6D1A-5703A152FAA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69B39673-2A53-8F76-145B-FE1FD9AAA9A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6DE35A-159E-D1D9-EF91-406BE649DE48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CE2B581-BCE1-DC28-55EF-DC0B82CF1E54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3" name="circle4">
            <a:extLst>
              <a:ext uri="{FF2B5EF4-FFF2-40B4-BE49-F238E27FC236}">
                <a16:creationId xmlns:a16="http://schemas.microsoft.com/office/drawing/2014/main" id="{E893F35E-236E-E11A-368C-1BB23272DD6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text_NAME">
            <a:extLst>
              <a:ext uri="{FF2B5EF4-FFF2-40B4-BE49-F238E27FC236}">
                <a16:creationId xmlns:a16="http://schemas.microsoft.com/office/drawing/2014/main" id="{F7CE973D-2AD7-89D4-5540-2BA30506B5D4}"/>
              </a:ext>
            </a:extLst>
          </p:cNvPr>
          <p:cNvSpPr txBox="1"/>
          <p:nvPr/>
        </p:nvSpPr>
        <p:spPr>
          <a:xfrm>
            <a:off x="7189764" y="510306"/>
            <a:ext cx="113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{{NAME}}</a:t>
            </a:r>
            <a:endParaRPr lang="ko-KR" altLang="en-US" dirty="0"/>
          </a:p>
        </p:txBody>
      </p:sp>
      <p:graphicFrame>
        <p:nvGraphicFramePr>
          <p:cNvPr id="8" name="table_phase">
            <a:extLst>
              <a:ext uri="{FF2B5EF4-FFF2-40B4-BE49-F238E27FC236}">
                <a16:creationId xmlns:a16="http://schemas.microsoft.com/office/drawing/2014/main" id="{E5D54932-725F-0465-518B-A74AF30D1379}"/>
              </a:ext>
            </a:extLst>
          </p:cNvPr>
          <p:cNvGraphicFramePr>
            <a:graphicFrameLocks noGrp="1"/>
          </p:cNvGraphicFramePr>
          <p:nvPr/>
        </p:nvGraphicFramePr>
        <p:xfrm>
          <a:off x="-2057475" y="1108128"/>
          <a:ext cx="1982269" cy="11268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363">
                  <a:extLst>
                    <a:ext uri="{9D8B030D-6E8A-4147-A177-3AD203B41FA5}">
                      <a16:colId xmlns:a16="http://schemas.microsoft.com/office/drawing/2014/main" val="279838531"/>
                    </a:ext>
                  </a:extLst>
                </a:gridCol>
                <a:gridCol w="813906">
                  <a:extLst>
                    <a:ext uri="{9D8B030D-6E8A-4147-A177-3AD203B41FA5}">
                      <a16:colId xmlns:a16="http://schemas.microsoft.com/office/drawing/2014/main" val="2355549984"/>
                    </a:ext>
                  </a:extLst>
                </a:gridCol>
              </a:tblGrid>
              <a:tr h="160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항목명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평균점수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089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1554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99589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0695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43573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960184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43760"/>
                  </a:ext>
                </a:extLst>
              </a:tr>
            </a:tbl>
          </a:graphicData>
        </a:graphic>
      </p:graphicFrame>
      <p:graphicFrame>
        <p:nvGraphicFramePr>
          <p:cNvPr id="9" name="table_strategy">
            <a:extLst>
              <a:ext uri="{FF2B5EF4-FFF2-40B4-BE49-F238E27FC236}">
                <a16:creationId xmlns:a16="http://schemas.microsoft.com/office/drawing/2014/main" id="{20DFD45B-2F28-E1DA-F195-03135C10BB71}"/>
              </a:ext>
            </a:extLst>
          </p:cNvPr>
          <p:cNvGraphicFramePr>
            <a:graphicFrameLocks noGrp="1"/>
          </p:cNvGraphicFramePr>
          <p:nvPr/>
        </p:nvGraphicFramePr>
        <p:xfrm>
          <a:off x="-2057476" y="4665754"/>
          <a:ext cx="1982269" cy="17707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363">
                  <a:extLst>
                    <a:ext uri="{9D8B030D-6E8A-4147-A177-3AD203B41FA5}">
                      <a16:colId xmlns:a16="http://schemas.microsoft.com/office/drawing/2014/main" val="279838531"/>
                    </a:ext>
                  </a:extLst>
                </a:gridCol>
                <a:gridCol w="813906">
                  <a:extLst>
                    <a:ext uri="{9D8B030D-6E8A-4147-A177-3AD203B41FA5}">
                      <a16:colId xmlns:a16="http://schemas.microsoft.com/office/drawing/2014/main" val="2355549984"/>
                    </a:ext>
                  </a:extLst>
                </a:gridCol>
              </a:tblGrid>
              <a:tr h="160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항목명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평균점수</a:t>
                      </a: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089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1554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99589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06957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43573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960184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87918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797788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34886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525500"/>
                  </a:ext>
                </a:extLst>
              </a:tr>
              <a:tr h="160973">
                <a:tc>
                  <a:txBody>
                    <a:bodyPr/>
                    <a:lstStyle/>
                    <a:p>
                      <a:endParaRPr sz="9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91" marR="6191" marT="6191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4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6813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CLiCK 표준제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04040"/>
      </a:accent1>
      <a:accent2>
        <a:srgbClr val="CF5959"/>
      </a:accent2>
      <a:accent3>
        <a:srgbClr val="D48A4C"/>
      </a:accent3>
      <a:accent4>
        <a:srgbClr val="5E986D"/>
      </a:accent4>
      <a:accent5>
        <a:srgbClr val="7AA7CC"/>
      </a:accent5>
      <a:accent6>
        <a:srgbClr val="BC7EBC"/>
      </a:accent6>
      <a:hlink>
        <a:srgbClr val="0563C1"/>
      </a:hlink>
      <a:folHlink>
        <a:srgbClr val="954F72"/>
      </a:folHlink>
    </a:clrScheme>
    <a:fontScheme name="기본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C65D8E-933D-4F2F-8063-5E9997022CCD}">
  <we:reference id="wa104380907" version="1.0.0.0" store="ko-KR" storeType="OMEX"/>
  <we:alternateReferences>
    <we:reference id="wa104380907" version="1.0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5659</TotalTime>
  <Words>84</Words>
  <Application>Microsoft Office PowerPoint</Application>
  <PresentationFormat>와이드스크린</PresentationFormat>
  <Paragraphs>22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KoPub돋움체 Medium</vt:lpstr>
      <vt:lpstr>Pretendard</vt:lpstr>
      <vt:lpstr>맑은 고딕</vt:lpstr>
      <vt:lpstr>Arial</vt:lpstr>
      <vt:lpstr>1_Office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민정</dc:creator>
  <cp:lastModifiedBy>클릭 3</cp:lastModifiedBy>
  <cp:revision>537</cp:revision>
  <cp:lastPrinted>2020-10-05T07:56:35Z</cp:lastPrinted>
  <dcterms:created xsi:type="dcterms:W3CDTF">2020-04-16T02:29:07Z</dcterms:created>
  <dcterms:modified xsi:type="dcterms:W3CDTF">2026-03-19T04:38:22Z</dcterms:modified>
</cp:coreProperties>
</file>